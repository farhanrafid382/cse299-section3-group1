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E5B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299  •  SECTION 3  •  GROUP 1  •  FACULTY: DR. M. SHIFAT-E-RABBI (MSRB)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Intelligent Business Insights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2057400"/>
            <a:ext cx="2743200" cy="0"/>
          </a:xfrm>
          <a:prstGeom prst="line">
            <a:avLst/>
          </a:prstGeom>
          <a:noFill/>
          <a:ln w="25400">
            <a:solidFill>
              <a:srgbClr val="2EE5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Presentation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6400800" cy="1691640"/>
          </a:xfrm>
          <a:prstGeom prst="roundRect">
            <a:avLst>
              <a:gd name="adj" fmla="val 5405"/>
            </a:avLst>
          </a:prstGeom>
          <a:solidFill>
            <a:srgbClr val="14243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Nuhash Bin Hassan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Md. Ashraful Rahat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Shakib Rafid Shakib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Farhan Rafid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•  CSE 299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155448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35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 in Customer Relations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e-commerce teams struggle to manage high-volume customer message streams manually, causing delayed responses and cart abandonment.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325880"/>
            <a:ext cx="54864" cy="1554480"/>
          </a:xfrm>
          <a:prstGeom prst="rect">
            <a:avLst/>
          </a:prstGeom>
          <a:solidFill>
            <a:srgbClr val="F5B04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35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Operational Data Retrieval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managers frequently struggle to parse SQL relational database records to locate low-stock metrics or find top-selling monthly items.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17520"/>
            <a:ext cx="54864" cy="155448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Drift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520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local system dependencies across team members often cause integration errors during code assembly and weekly technical reviews.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017520"/>
            <a:ext cx="54864" cy="1554480"/>
          </a:xfrm>
          <a:prstGeom prst="rect">
            <a:avLst/>
          </a:prstGeom>
          <a:solidFill>
            <a:srgbClr val="F5B04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Disjointed Support Channels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5204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automated chat frameworks isolate user interactions, preventing human operators from intervening dynamically when consumer negotiations get complicated.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Intelligent Retail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1424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streamlined, production-ready e-commerce platform that combines standard retail operations with accessible local AI support tools powered by Ollama.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isolates intelligent capabilities into two distinct open-source AI chatbot interfaces, ensuring developer efficiency and project feasibility within a single semester while delivering real value to local SMEs in Bangladesh.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280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online storefront with cart, checkout &amp; order management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10312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40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Chatbot with human-takeover layer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852160" y="292608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0632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Admin Manager for natural language database queries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52160" y="374904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8862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3840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environment + Git CI/CD for reliable deployment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 •  MODULE 3.1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Admin Dashboard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4243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352044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Interface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Secure registration &amp; login with profile management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Smooth product search &amp; catalog browsing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 cart operations &amp; order history logs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checkout system with payment 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Personalized recommendations via AI chatbot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2344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4243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234440"/>
            <a:ext cx="73152" cy="3520440"/>
          </a:xfrm>
          <a:prstGeom prst="rect">
            <a:avLst/>
          </a:prstGeom>
          <a:solidFill>
            <a:srgbClr val="F5B04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Interface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89204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Product &amp; category configuration dashboards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inventory level management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9204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Transaction state monitoring &amp; updates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89204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Automated printable PDF invoice generation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9204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Official sales receipts for completed orders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 •  MODULE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AI Chatbot Infrastructure (Ollama Framework)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4243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352044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Support Chatbot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deployed open-source LLM via Ollama to address consumer product questions and process account messages in real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Capability: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Human-takeover layer that smoothly transitions the active session to a manual operator dashboard when the AI reaches its functional limit — ensuring no customer query is left unresolved.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4243E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234440"/>
            <a:ext cx="73152" cy="3520440"/>
          </a:xfrm>
          <a:prstGeom prst="rect">
            <a:avLst/>
          </a:prstGeom>
          <a:solidFill>
            <a:srgbClr val="F5B04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Admin Manager Chatbot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19202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directly to backend storage logs, enabling administrators to review operational status through natural language prompts.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920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 Supported: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"How many orders today?"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"Which products are low in stock?"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9204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"Top selling products this month?"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 •  MODULE 3.3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Schema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relies on a consistent database architecture isolating transactional fields across fundamental logical entities: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1424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856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91840" y="18562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profiles, administrative credentials, and operational security tokens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37744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14243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Categories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91840" y="24505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descriptions, pricing data, and organizational catalog structures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97180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1424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32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044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291840" y="30449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warehouse stock counts, supply limits, and fulfillment indicators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5661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1424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639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Order Items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291840" y="36393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invoices, payment methods, transaction states, and item metrics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416052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1424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5196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4233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291840" y="4233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logs of conversations between users, AI chatbot, and manual support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Practices &amp; Technology Enablers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4243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isolation ensuring consistent dependencies across all team members and eliminating integration errors.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4243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280160"/>
            <a:ext cx="73152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CI/CD Workflow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1874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version control with continuous integration to track code iterations and enable reliable, automated deployments.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4243E"/>
          </a:solidFill>
          <a:ln/>
        </p:spPr>
      </p:sp>
      <p:sp>
        <p:nvSpPr>
          <p:cNvPr id="15" name="Shape 11"/>
          <p:cNvSpPr/>
          <p:nvPr/>
        </p:nvSpPr>
        <p:spPr>
          <a:xfrm>
            <a:off x="365760" y="3017520"/>
            <a:ext cx="73152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via Ollama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language models running locally for privacy, cost efficiency, and full control over the AI customer &amp; admin assistants.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4243E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4880" y="3017520"/>
            <a:ext cx="73152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schema design supporting transactional integrity for users, products, orders, inventory, and chat history.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for Local SMEs in Bangladesh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Customer Support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830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cart abandonment with instant AI responses and seamless human escalation when needed.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280160"/>
            <a:ext cx="54864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Business Insights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7830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eliminate the need for complex SQL — managers get answers in seconds.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17520"/>
            <a:ext cx="54864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Development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5204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Git CI/CD ensures team productivity and clean weekly progress without environment issues.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4243E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017520"/>
            <a:ext cx="54864" cy="1600200"/>
          </a:xfrm>
          <a:prstGeom prst="rect">
            <a:avLst/>
          </a:prstGeom>
          <a:solidFill>
            <a:srgbClr val="2EE5B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Accessible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5204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 designed for small-to-medium local merchants without heavy infrastructure costs.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Immediate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463040"/>
          </a:xfrm>
          <a:prstGeom prst="roundRect">
            <a:avLst>
              <a:gd name="adj" fmla="val 6250"/>
            </a:avLst>
          </a:prstGeom>
          <a:solidFill>
            <a:srgbClr val="1424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self-contained, containerized e-commerce engine that directly addresses the operational bottlenecks faced by emerging digital brands in Bangladesh — combining robust transactional workflows with accessible local AI support tools.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Finalize detailed system design and database schema (Update 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Implement core customer &amp; admin modules with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027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Integrate Ollama-based dual chatbots with human-takeover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867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Build CI/CD pipeline and containerize all 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Prepare literature review and proposed solution documents for upcoming 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EE5B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E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3063240"/>
            <a:ext cx="1828800" cy="0"/>
          </a:xfrm>
          <a:prstGeom prst="line">
            <a:avLst/>
          </a:prstGeom>
          <a:noFill/>
          <a:ln w="25400">
            <a:solidFill>
              <a:srgbClr val="2EE5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 and are ready to discuss any aspect of the proposed solution.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CSE 299  •  North South University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•  Nuhash Bin Hassan  •  Abu Md. Ashraful Rahat  •  Md. Shakib Rafid Shakib  •  Muhammad Farhan Rafid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E-Commerce Platform - Project Proposal</dc:title>
  <dc:subject>CSE 299 Junior Design Project Proposal - Group 1</dc:subject>
  <dc:creator>Group 1 | CSE 299 | NSU</dc:creator>
  <cp:lastModifiedBy>Group 1 | CSE 299 | NSU</cp:lastModifiedBy>
  <cp:revision>1</cp:revision>
  <dcterms:created xsi:type="dcterms:W3CDTF">2026-06-28T17:07:40Z</dcterms:created>
  <dcterms:modified xsi:type="dcterms:W3CDTF">2026-06-28T17:07:40Z</dcterms:modified>
</cp:coreProperties>
</file>