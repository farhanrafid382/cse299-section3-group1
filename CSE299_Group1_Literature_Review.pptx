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28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opics/ecommerce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77724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72554">
              <a:alpha val="92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pic>
        <p:nvPicPr>
          <p:cNvPr id="3" name="Image 0" descr="/mnt/data/a_clean_modern_high_tech_illustration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868680"/>
            <a:ext cx="5166360" cy="2907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515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178308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0F2FE"/>
                </a:solidFill>
              </a:rPr>
              <a:t>AI-Powered E-Commerce Platform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E0F2FE"/>
                </a:solidFill>
              </a:rPr>
              <a:t>with Intelligent Business Insights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85800" y="3337560"/>
            <a:ext cx="329184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584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CSE299 • Section 3 • Group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Members: Nuhash Bin Hassan, Abu Md. Ashraful Rahat, Md. Shakib Rafid Shakib, Muhammad Farhan Rafid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4983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AE6FD"/>
                </a:solidFill>
              </a:rPr>
              <a:t>Core review question: What already exists, what is missing, and where our project fits?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scope: what we studied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We reviewed existing systems, repositories, and research areas relevant to the proposed platform.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E-commerce platforms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Product catalog, cart, checkout, orders, admin dashboards and inventory modules.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AI shopping assistants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947672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Conversational product search, recommendation, and customer-support automation.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4173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Human takeover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947672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AI-to-human support handoff when chatbot confidence or user satisfaction drops.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1691640" y="34290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91640" y="34290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3593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Business analytics chat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92808" y="3959352"/>
            <a:ext cx="363016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Natural-language queries over operational data such as orders and stock.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537960" y="34290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42900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3593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Local LLM deployment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39128" y="3959352"/>
            <a:ext cx="363016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Running open models locally through Ollama-style APIs for privacy and cost control.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7724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Purpose of this literature review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49040" y="54406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To justify a combined solution instead of building just another ordinary e-commerce website.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open-source e-commerce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GitHub shows that basic e-commerce implementations are common, but AI-enabled versions are much rarer.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4,925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95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public repositories under ecommerce-website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54680" y="2295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public repositories under ecommerce-ai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1463040"/>
            <a:ext cx="0" cy="3383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444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Common pattern found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89320" y="2039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Many projects focus on storefront pages, product listing, cart and checkout.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26151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542032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Some include admin panels and authentication, but not AI-assisted operations.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320040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3127248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AI-tagged repositories are usually specialized: recommendations, product photos, or product search.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3931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Few combine full e-commerce + customer chatbot + admin analytics + human takeover.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4114800" cy="1627632"/>
          </a:xfrm>
          <a:prstGeom prst="roundRect">
            <a:avLst>
              <a:gd name="adj" fmla="val 33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baseline store problem is solved many times. The gap is operational intelligence: support automation, analytics access, and safe handoff in one coherent platform.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GitHub topics ecommerce-website and ecommerce-ai [1][2].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case: AI-powered e-commerce website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SURAKSHIT STORE is useful as a technical comparison point, not a complete match to our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800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Observed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87552" y="21305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React frontend + Node/Express backend + MongoDB Atlas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987552" y="26334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60320"/>
            <a:ext cx="3977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Auth0 authentication and admin product panel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987552" y="313639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063240"/>
            <a:ext cx="3977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Live search with suggestions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987552" y="36393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66160"/>
            <a:ext cx="3977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Python Flask ML backend for recommendations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87552" y="41422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69080"/>
            <a:ext cx="3977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Recommendation factors: purchase history, category, attributes, price range, popular items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897880" y="132588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Limitation relative to our project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99632" y="22219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AI is focused mainly on product recommendation, not customer support chat.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199632" y="2843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70632"/>
            <a:ext cx="4572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No separate admin chatbot for asking database questions in natural language.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199632" y="3465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92424"/>
            <a:ext cx="4572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No stated human-takeover workflow from AI to manual support.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199632" y="40873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14216"/>
            <a:ext cx="4572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Cloud database/ML deployment differs from our planned local Ollama direction.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Takeaway: this proves feasibility of AI inside a store, but our contribution is broader: support + analytics + local AI + handoff.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1810suman/E-Commerce-Website README [3].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3d_style_illustration_of_a_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98448"/>
            <a:ext cx="5074920" cy="2852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case: Stitch Fix uses humans + algorithms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Stitch Fix shows a mature model where algorithms support, not replace, human decision-making.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Relevant findings from the Algorithms Tour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116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Algorithms rank inventory based on user profiles, feedback, item attributes and purchase history.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749808" y="265176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578608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NLP is used on request notes and textual feedback to score product matches.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749808" y="329184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3218688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Human stylists review machine-ranked options and finalize selections.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49808" y="39319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Data science is also applied to warehouse assignment, demand modeling and inventory management.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400800" y="4718304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4718304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4882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Design lesson for our project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01968" y="5248656"/>
            <a:ext cx="413308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Use AI where it is strong: search, summarization, triage and analytics. Keep human control for exceptions, complaints and uncertain cases.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Stitch Fix Algorithms Tour [4].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chatbots in e-commerce customer 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Research supports chatbots for fast routine support, but not as a full replacement for human service.</a:t>
            </a:r>
            <a:endParaRPr lang="en-US" sz="1100" dirty="0"/>
          </a:p>
        </p:txBody>
      </p:sp>
      <p:pic>
        <p:nvPicPr>
          <p:cNvPr id="4" name="Image 0" descr="/mnt/data/wide_clean_modern_3d_flat_blended_illustration_o.png"/>
          <p:cNvPicPr>
            <a:picLocks noChangeAspect="1"/>
          </p:cNvPicPr>
          <p:nvPr/>
        </p:nvPicPr>
        <p:blipFill>
          <a:blip r:embed="rId3"/>
          <a:srcRect l="12119" r="12119"/>
          <a:stretch/>
        </p:blipFill>
        <p:spPr>
          <a:xfrm>
            <a:off x="594360" y="1234440"/>
            <a:ext cx="48006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32588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6002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What the literature says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08192" y="213969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066544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Chatbots improve availability and reduce response delay for repeated questions.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108192" y="274320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70048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They are useful for product information, order status and simple support tasks.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108192" y="334670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3273552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Customer satisfaction depends heavily on language quality, relevance and recovery from failure.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108192" y="39502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877056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Complex complaints still require escalation to a human operator.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777240" y="5193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563EB"/>
                </a:solidFill>
              </a:rPr>
              <a:t>Direct relevance: our customer chatbot should answer simple product/order questions first, then route failed cases to manual support.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Chintalapudi SLR on AI chatbots in e-commerce [5]; Li et al. on chatbot language style [6].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takeover is a required design feature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The literature is clear: chatbot-only support fails when users need judgement, empathy or exception handling.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03120" y="292608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29200" y="292608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55280" y="292608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Customer asks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2880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Product / order / complaint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B6D4"/>
                </a:solidFill>
              </a:rPr>
              <a:t>AI handles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03904" y="2880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Fast answer if confident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23317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9E0B"/>
                </a:solidFill>
              </a:rPr>
              <a:t>Escalation trigger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29984" y="2880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Unclear, angry, refund, negotiation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09760" y="23317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948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</a:rPr>
              <a:t>Human operator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56064" y="28803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Manual support with chat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51560" y="42062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42062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4370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Research basis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52728" y="4736592"/>
            <a:ext cx="26700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Hybrid systems are recommended because customers often need a human when bots fail.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4617720" y="42062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20624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4370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Implementation implication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18888" y="4736592"/>
            <a:ext cx="26700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Store the conversation log so the human does not restart the interaction.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8183880" y="42062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4206240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4370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Evaluation metric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5048" y="4736592"/>
            <a:ext cx="26700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Escalation rate, resolution time and customer satisfaction matter more than bot-only accuracy.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Kraus et al., AAAI 2023 [7]; Oshrat et al., arXiv 2022 [8].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analytics: natural-language access to business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</a:rPr>
              <a:t>NL-to-SQL and NLIDB research supports the idea of asking database questions without writing SQL.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3C5FD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Example admin questions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15568" y="25877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How many orders today?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1115568" y="302666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953512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Which products are low in stock?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1115568" y="3465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3392424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What sold the most this month?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1115568" y="390448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3831336"/>
            <a:ext cx="2971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Which customers have pending issues?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4892040" y="1691640"/>
            <a:ext cx="621792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A7F3D0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Why local Ollama matters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93792" y="25877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514600"/>
            <a:ext cx="5257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Ollama exposes a local API, commonly at localhost:11434.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193792" y="309067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3017520"/>
            <a:ext cx="5257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Local models reduce dependency on external AI APIs during demos and development.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193792" y="36027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529584"/>
            <a:ext cx="5257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But natural-language database access must be controlled with safe query templates and role-based restrictions.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F2FE"/>
                </a:solidFill>
              </a:rPr>
              <a:t>Direct relevance: our admin chatbot should translate limited business questions into safe backend queries, not unrestricted raw SQL.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Sources: Li et al., PVLDB 2024 NL2SQL [9]; Ollama API documentation [10].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Comparative analysis: where the gap appears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The reviewed systems solve parts of the problem, but not the combined workflow our proposal targets.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74320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636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Reviewed area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123444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5636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160020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636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Customer 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178308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5636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 analytics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417320"/>
            <a:ext cx="173736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Human takeover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46920" y="1417320"/>
            <a:ext cx="1417320" cy="5212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1563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1938528"/>
            <a:ext cx="2743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08483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Generic e-commerce repos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291840" y="1938528"/>
            <a:ext cx="12344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20848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Yes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26280" y="1938528"/>
            <a:ext cx="1600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208483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126480" y="1938528"/>
            <a:ext cx="1783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2084832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Mostly no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909560" y="1938528"/>
            <a:ext cx="1737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4424" y="2084832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46920" y="1938528"/>
            <a:ext cx="14173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1784" y="2084832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48640" y="2459736"/>
            <a:ext cx="274320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26060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AI e-commerce repos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3291840" y="2459736"/>
            <a:ext cx="123444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2606040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Partial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26280" y="2459736"/>
            <a:ext cx="160020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81144" y="260604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Partial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126480" y="2459736"/>
            <a:ext cx="178308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2606040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Rare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909560" y="2459736"/>
            <a:ext cx="17373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64424" y="260604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Rare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646920" y="2459736"/>
            <a:ext cx="141732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01784" y="260604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Rare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48640" y="2980944"/>
            <a:ext cx="2743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1272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SURAKSHIT STORE case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3291840" y="2980944"/>
            <a:ext cx="12344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312724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Yes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526280" y="2980944"/>
            <a:ext cx="16002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81144" y="3127248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Recommend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126480" y="2980944"/>
            <a:ext cx="1783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312724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909560" y="2980944"/>
            <a:ext cx="17373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64424" y="312724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9646920" y="2980944"/>
            <a:ext cx="14173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01784" y="312724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548640" y="3502152"/>
            <a:ext cx="274320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364845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Stitch Fix case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3291840" y="3502152"/>
            <a:ext cx="123444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46704" y="3648456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Yes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4526280" y="3502152"/>
            <a:ext cx="160020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81144" y="3648456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Recommend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6126480" y="3502152"/>
            <a:ext cx="178308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3648456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Operations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7909560" y="3502152"/>
            <a:ext cx="173736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64424" y="36484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</a:rPr>
              <a:t>Human-in-loop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9646920" y="3502152"/>
            <a:ext cx="1417320" cy="5212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01784" y="364845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F4444"/>
                </a:solidFill>
              </a:rPr>
              <a:t>No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548640" y="4023360"/>
            <a:ext cx="274320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" y="41696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563EB"/>
                </a:solidFill>
              </a:rPr>
              <a:t>Our proposed project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3291840" y="4023360"/>
            <a:ext cx="123444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46704" y="416966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</a:rPr>
              <a:t>Yes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4526280" y="4023360"/>
            <a:ext cx="160020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81144" y="4169664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</a:rPr>
              <a:t>Chatbot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6126480" y="4023360"/>
            <a:ext cx="178308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81344" y="4169664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</a:rPr>
              <a:t>Admin chatbot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7909560" y="4023360"/>
            <a:ext cx="173736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64424" y="416966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</a:rPr>
              <a:t>Yes</a:t>
            </a:r>
            <a:endParaRPr lang="en-US" sz="1020" dirty="0"/>
          </a:p>
        </p:txBody>
      </p:sp>
      <p:sp>
        <p:nvSpPr>
          <p:cNvPr id="74" name="Shape 72"/>
          <p:cNvSpPr/>
          <p:nvPr/>
        </p:nvSpPr>
        <p:spPr>
          <a:xfrm>
            <a:off x="9646920" y="4023360"/>
            <a:ext cx="1417320" cy="52120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01784" y="416966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</a:rPr>
              <a:t>Ollama</a:t>
            </a:r>
            <a:endParaRPr lang="en-US" sz="1020" dirty="0"/>
          </a:p>
        </p:txBody>
      </p:sp>
      <p:sp>
        <p:nvSpPr>
          <p:cNvPr id="76" name="Shape 74"/>
          <p:cNvSpPr/>
          <p:nvPr/>
        </p:nvSpPr>
        <p:spPr>
          <a:xfrm>
            <a:off x="960120" y="525780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CBD5E1">
                <a:alpha val="9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60120" y="525780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61288" y="5422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Research gap statement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1161288" y="5788152"/>
            <a:ext cx="9893808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Existing work usually treats e-commerce, recommendation, customer chatbot, human handoff and business analytics as separate features. Our project combines them into one small-business-oriented architecture.</a:t>
            </a:r>
            <a:endParaRPr lang="en-US" sz="1180" dirty="0"/>
          </a:p>
        </p:txBody>
      </p:sp>
      <p:sp>
        <p:nvSpPr>
          <p:cNvPr id="80" name="Text 78"/>
          <p:cNvSpPr/>
          <p:nvPr/>
        </p:nvSpPr>
        <p:spPr>
          <a:xfrm>
            <a:off x="594360" y="608990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 synthesized from [1]–[10].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Implications for our 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The literature review directly shapes the design decisions for the project.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</a:rPr>
              <a:t>Customer chatbot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69080" y="13441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</a:rPr>
              <a:t>Handle repetitive support first: products, cart, order status and account questions.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</a:rPr>
              <a:t>Human takeover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069080" y="218541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</a:rPr>
              <a:t>Escalate when the AI is uncertain, user is frustrated, or the issue involves refund/negotiation.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777240" y="30540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</a:rPr>
              <a:t>Admin manager chatbot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069080" y="302666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</a:rPr>
              <a:t>Support fixed, safe operational queries: sales count, low stock, top products and order states.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777240" y="38953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849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</a:rPr>
              <a:t>Local Ollama model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069080" y="38679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</a:rPr>
              <a:t>Use local inference for demo feasibility, privacy and API-cost control; keep performance expectations realistic.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77240" y="4736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690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</a:rPr>
              <a:t>Django/backend design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069080" y="4709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</a:rPr>
              <a:t>Keep AI behind backend endpoints, protect database access and log chat messages for traceability.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868680" y="5577840"/>
            <a:ext cx="10424160" cy="438912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705856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Conclusion: the project is justified because it targets the integration gap, not just another storefront.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Use this slide for the final citation page in the submitted literature review deck.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161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[1] GitHub Topics, “ecommerce-website,” accessed July 2026.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31520" y="16550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[2] GitHub Topics, “ecommerce-ai,” accessed July 2026.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[3] 1810suman, “SURAKSHIT STORE — AI-Powered E-Commerce Platform,” GitHub repository, accessed July 2026.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[4] Stitch Fix, “Algorithms Tour: How data science is woven into the fabric of Stitch Fix.”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[5] S. M. Chintalapudi, “A systematic literature review on AI chatbots in automating e-commerce,” IIS, 2025.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[6] M. Li et al., “The effect of chatbot language style on customers’ continuance usage intention and attitude toward brand,” Journal of Retailing and Consumer Services, 2023.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3849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[7] S. Kraus et al., “Customer Service Combining Human Operators and Virtual Agents: A Call for Multidisciplinary AI Research,” AAAI, 2023.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1520" y="4288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[8] Y. Oshrat et al., “Efficient Customer Service Combining Human Operators and Virtual Agents,” arXiv, 2022.</a:t>
            </a:r>
            <a:endParaRPr lang="en-US" sz="1080" dirty="0"/>
          </a:p>
        </p:txBody>
      </p:sp>
      <p:sp>
        <p:nvSpPr>
          <p:cNvPr id="12" name="Text 10">
            <a:hlinkClick r:id="rId3" action="ppaction://hlinksldjump"/>
          </p:cNvPr>
          <p:cNvSpPr/>
          <p:nvPr/>
        </p:nvSpPr>
        <p:spPr>
          <a:xfrm>
            <a:off x="731520" y="4727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[9] B. Li, Y. Luo, C. Chai, G. Li and N. Tang, “The Dawn of Natural Language to SQL: Are We Fully Ready?,” PVLDB, 2024.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[10] Ollama Docs, “API Introduction,” accessed July 2026.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| Nuhash Bin Hassan • Abu Md. Ashraful Rahat • Md. Shakib Rafid Shakib • Muhammad Farhan Rafid</a:t>
            </a:r>
            <a:endParaRPr lang="en-US" sz="8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D4B99F-7FEA-43D7-8C2F-D8C02CC05CFE}"/>
              </a:ext>
            </a:extLst>
          </p:cNvPr>
          <p:cNvSpPr txBox="1"/>
          <p:nvPr/>
        </p:nvSpPr>
        <p:spPr>
          <a:xfrm>
            <a:off x="731520" y="5440680"/>
            <a:ext cx="7285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https://www.stitchfix.com/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https://github.com/topics/ecommerce-ai</a:t>
            </a:r>
            <a:br>
              <a:rPr lang="en-US" sz="1200" dirty="0"/>
            </a:br>
            <a:r>
              <a:rPr lang="en-US" sz="1200" dirty="0"/>
              <a:t>https://github.com/1810suman/E-Commerce-Website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1750</Words>
  <Application>Microsoft Office PowerPoint</Application>
  <PresentationFormat>Widescreen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- AI-Powered E-Commerce Platform</dc:title>
  <dc:subject>Literature Review</dc:subject>
  <dc:creator>CSE299 Section 3 Group 1</dc:creator>
  <cp:lastModifiedBy>Farhan Rafid</cp:lastModifiedBy>
  <cp:revision>3</cp:revision>
  <dcterms:created xsi:type="dcterms:W3CDTF">2026-07-13T04:20:13Z</dcterms:created>
  <dcterms:modified xsi:type="dcterms:W3CDTF">2026-07-13T04:24:10Z</dcterms:modified>
</cp:coreProperties>
</file>