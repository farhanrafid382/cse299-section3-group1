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2993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2ED6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B7F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 299  •  SECTION 3  •  GROUP 1  •  FACULTY: DR. M. SHIFAT-E-RABBI (MSRB)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AI-Powered E-Commerce Platform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5669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FF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 Intelligent Business Insights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D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Update 3 Presentation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5B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BY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43891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Nuhash Bin Hassan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Abu Md. Ashraful Rahat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Md. Shakib Rafid Shakib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Muhammad Farhan Rafid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720840" y="868680"/>
            <a:ext cx="1920240" cy="1920240"/>
          </a:xfrm>
          <a:prstGeom prst="arc">
            <a:avLst/>
          </a:prstGeom>
          <a:noFill/>
          <a:ln w="17780">
            <a:solidFill>
              <a:srgbClr val="2ED6B8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05472" y="1444752"/>
            <a:ext cx="877824" cy="877824"/>
          </a:xfrm>
          <a:prstGeom prst="ellipse">
            <a:avLst/>
          </a:prstGeom>
          <a:solidFill>
            <a:srgbClr val="1B3559"/>
          </a:solidFill>
          <a:ln w="12700">
            <a:solidFill>
              <a:srgbClr val="2ED6B8"/>
            </a:solidFill>
            <a:prstDash val="solid"/>
          </a:ln>
        </p:spPr>
      </p:sp>
      <p:pic>
        <p:nvPicPr>
          <p:cNvPr id="12" name="Image 0" descr="/mnt/data/proposal_media/image-8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1627632"/>
            <a:ext cx="512064" cy="51206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4828032"/>
            <a:ext cx="7726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FD6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  •  Nuhash Bin Hassan  •  Abu Md. Ashraful Rahat  •  Md. Shakib Rafid Shakib  •  Muhammad Farhan Rafid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8577072" y="4809744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BFD6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2ED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UPDATE 3  •  CSE 299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 Focus &amp; Progress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841248" cy="50292"/>
          </a:xfrm>
          <a:prstGeom prst="rect">
            <a:avLst/>
          </a:prstGeom>
          <a:solidFill>
            <a:srgbClr val="2ED6B8"/>
          </a:solidFill>
          <a:ln w="12700">
            <a:solidFill>
              <a:srgbClr val="2ED6B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736592"/>
            <a:ext cx="8503920" cy="0"/>
          </a:xfrm>
          <a:prstGeom prst="line">
            <a:avLst/>
          </a:prstGeom>
          <a:noFill/>
          <a:ln w="7620">
            <a:solidFill>
              <a:srgbClr val="DC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28032"/>
            <a:ext cx="8092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65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  •  Nuhash Bin Hassan  •  Abu Md. Ashraful Rahat  •  Md. Shakib Rafid Shakib  •  Muhammad Farhan Rafid</a:t>
            </a:r>
            <a:endParaRPr lang="en-US" sz="690" dirty="0"/>
          </a:p>
        </p:txBody>
      </p:sp>
      <p:sp>
        <p:nvSpPr>
          <p:cNvPr id="7" name="Text 5"/>
          <p:cNvSpPr/>
          <p:nvPr/>
        </p:nvSpPr>
        <p:spPr>
          <a:xfrm>
            <a:off x="8613648" y="48097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5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8138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update presents the combined progress of the frontend, backend API layer, and the newly improved product-aware AI chatbot.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502920" y="1719072"/>
            <a:ext cx="2514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1430">
            <a:solidFill>
              <a:srgbClr val="DC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" y="1883664"/>
            <a:ext cx="420624" cy="420624"/>
          </a:xfrm>
          <a:prstGeom prst="ellipse">
            <a:avLst/>
          </a:prstGeom>
          <a:solidFill>
            <a:srgbClr val="E8FB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11" name="Image 0" descr="/mnt/data/proposal_media/image-3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47672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88720" y="18653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Progress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88720" y="2148840"/>
            <a:ext cx="1691640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React/Vite storefront pages, routing, navigation, product pages, cart, checkout, orders, profile, login/register, and chatbot interface.</a:t>
            </a:r>
            <a:endParaRPr lang="en-US" sz="760" dirty="0"/>
          </a:p>
        </p:txBody>
      </p:sp>
      <p:sp>
        <p:nvSpPr>
          <p:cNvPr id="14" name="Shape 11"/>
          <p:cNvSpPr/>
          <p:nvPr/>
        </p:nvSpPr>
        <p:spPr>
          <a:xfrm>
            <a:off x="3310128" y="1719072"/>
            <a:ext cx="2514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1430">
            <a:solidFill>
              <a:srgbClr val="DCE6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56432" y="1883664"/>
            <a:ext cx="420624" cy="420624"/>
          </a:xfrm>
          <a:prstGeom prst="ellipse">
            <a:avLst/>
          </a:prstGeom>
          <a:solidFill>
            <a:srgbClr val="E8FB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16" name="Image 1" descr="/mnt/data/proposal_media/image-3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947672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95928" y="18653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API Progress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3995928" y="2148840"/>
            <a:ext cx="1691640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Django app structure with models, serializers, views, URL routes, permissions, admin registration, and API readiness for testing.</a:t>
            </a:r>
            <a:endParaRPr lang="en-US" sz="760" dirty="0"/>
          </a:p>
        </p:txBody>
      </p:sp>
      <p:sp>
        <p:nvSpPr>
          <p:cNvPr id="19" name="Shape 15"/>
          <p:cNvSpPr/>
          <p:nvPr/>
        </p:nvSpPr>
        <p:spPr>
          <a:xfrm>
            <a:off x="6117336" y="1719072"/>
            <a:ext cx="2514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1430">
            <a:solidFill>
              <a:srgbClr val="DCE6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63640" y="1883664"/>
            <a:ext cx="420624" cy="420624"/>
          </a:xfrm>
          <a:prstGeom prst="ellipse">
            <a:avLst/>
          </a:prstGeom>
          <a:solidFill>
            <a:srgbClr val="E8FB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1" name="Image 2" descr="/mnt/data/proposal_media/image-7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947672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03136" y="18653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Chatbot Progress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803136" y="2148840"/>
            <a:ext cx="1691640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chatbot now reads live Product table data before falling back to the local phi3:mini model for general questions.</a:t>
            </a:r>
            <a:endParaRPr lang="en-US" sz="760" dirty="0"/>
          </a:p>
        </p:txBody>
      </p:sp>
      <p:sp>
        <p:nvSpPr>
          <p:cNvPr id="24" name="Text 19"/>
          <p:cNvSpPr/>
          <p:nvPr/>
        </p:nvSpPr>
        <p:spPr>
          <a:xfrm>
            <a:off x="685800" y="4160520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demonstrable result: customer product questions can now be answered from the Django database through the React chatbot.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2ED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DEVELOPMENT  •  SHAKIB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React/Vite Storefront Update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841248" cy="50292"/>
          </a:xfrm>
          <a:prstGeom prst="rect">
            <a:avLst/>
          </a:prstGeom>
          <a:solidFill>
            <a:srgbClr val="2ED6B8"/>
          </a:solidFill>
          <a:ln w="12700">
            <a:solidFill>
              <a:srgbClr val="2ED6B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736592"/>
            <a:ext cx="8503920" cy="0"/>
          </a:xfrm>
          <a:prstGeom prst="line">
            <a:avLst/>
          </a:prstGeom>
          <a:noFill/>
          <a:ln w="7620">
            <a:solidFill>
              <a:srgbClr val="DC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28032"/>
            <a:ext cx="8092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65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  •  Nuhash Bin Hassan  •  Abu Md. Ashraful Rahat  •  Md. Shakib Rafid Shakib  •  Muhammad Farhan Rafid</a:t>
            </a:r>
            <a:endParaRPr lang="en-US" sz="690" dirty="0"/>
          </a:p>
        </p:txBody>
      </p:sp>
      <p:sp>
        <p:nvSpPr>
          <p:cNvPr id="7" name="Text 5"/>
          <p:cNvSpPr/>
          <p:nvPr/>
        </p:nvSpPr>
        <p:spPr>
          <a:xfrm>
            <a:off x="8613648" y="48097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5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8046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Shakib’s latest frontend source provides the customer-facing structure of the e-commerce platform.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3977640" cy="2468880"/>
          </a:xfrm>
          <a:prstGeom prst="roundRect">
            <a:avLst>
              <a:gd name="adj" fmla="val 2593"/>
            </a:avLst>
          </a:prstGeom>
          <a:solidFill>
            <a:srgbClr val="F6F9FC"/>
          </a:solidFill>
          <a:ln w="11430">
            <a:solidFill>
              <a:srgbClr val="DC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874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Implemented / Available Pages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9808" y="2240280"/>
            <a:ext cx="34747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Home, Products, Product Detail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Category List and Category Detail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Cart, Checkout, Order History, Order Details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Login, Register, Profile and Not Found pages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Chat page connected to the backend chatbot route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4754880" y="1645920"/>
            <a:ext cx="388620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1430">
            <a:solidFill>
              <a:srgbClr val="DC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874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Purpose in Update 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10912" y="2240280"/>
            <a:ext cx="33375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Provides the customer interface for shopping workflows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Uses React Router for client-side navigation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Maintains reusable navigation and page layout components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Supports API-driven future integration with Django services</a:t>
            </a:r>
            <a:endParaRPr lang="en-US" sz="8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2ED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DEVELOPMENT  •  RAHAT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Django API &amp; Permission Layer Update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841248" cy="50292"/>
          </a:xfrm>
          <a:prstGeom prst="rect">
            <a:avLst/>
          </a:prstGeom>
          <a:solidFill>
            <a:srgbClr val="2ED6B8"/>
          </a:solidFill>
          <a:ln w="12700">
            <a:solidFill>
              <a:srgbClr val="2ED6B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736592"/>
            <a:ext cx="8503920" cy="0"/>
          </a:xfrm>
          <a:prstGeom prst="line">
            <a:avLst/>
          </a:prstGeom>
          <a:noFill/>
          <a:ln w="7620">
            <a:solidFill>
              <a:srgbClr val="DC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28032"/>
            <a:ext cx="8092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65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  •  Nuhash Bin Hassan  •  Abu Md. Ashraful Rahat  •  Md. Shakib Rafid Shakib  •  Muhammad Farhan Rafid</a:t>
            </a:r>
            <a:endParaRPr lang="en-US" sz="690" dirty="0"/>
          </a:p>
        </p:txBody>
      </p:sp>
      <p:sp>
        <p:nvSpPr>
          <p:cNvPr id="7" name="Text 5"/>
          <p:cNvSpPr/>
          <p:nvPr/>
        </p:nvSpPr>
        <p:spPr>
          <a:xfrm>
            <a:off x="8613648" y="48097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5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8046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Rahat’s backend work focuses on exposing the e-commerce database through organized REST API modules.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713232" y="1673352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2ED6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737360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874520" y="1687068"/>
            <a:ext cx="6309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accounts, registration/authentication support and user-related serializers.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713232" y="2176272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2ED6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240280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874520" y="2189988"/>
            <a:ext cx="6309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Category, Product, ProductImage and Inventory structures with API serialization.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713232" y="2679192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2ED6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743200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874520" y="2692908"/>
            <a:ext cx="6309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 and cart item operations for customer shopping workflow.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713232" y="3182112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2ED6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246120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874520" y="3195828"/>
            <a:ext cx="6309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and order item processing for checkout and history.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713232" y="3685032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2ED6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749040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874520" y="3698748"/>
            <a:ext cx="6309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database chat application with models, serializers, URLs and views.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713232" y="4160520"/>
            <a:ext cx="7818120" cy="384048"/>
          </a:xfrm>
          <a:prstGeom prst="roundRect">
            <a:avLst>
              <a:gd name="adj" fmla="val 16667"/>
            </a:avLst>
          </a:prstGeom>
          <a:solidFill>
            <a:srgbClr val="F8FDFF"/>
          </a:solidFill>
          <a:ln w="11430">
            <a:solidFill>
              <a:srgbClr val="CFE7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27939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task from Rahat: verify each endpoint through browser and Postman after creating a superuser.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2ED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INTEGRATION  •  FARHAN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Product-Aware Chatbot Update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841248" cy="50292"/>
          </a:xfrm>
          <a:prstGeom prst="rect">
            <a:avLst/>
          </a:prstGeom>
          <a:solidFill>
            <a:srgbClr val="2ED6B8"/>
          </a:solidFill>
          <a:ln w="12700">
            <a:solidFill>
              <a:srgbClr val="2ED6B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736592"/>
            <a:ext cx="8503920" cy="0"/>
          </a:xfrm>
          <a:prstGeom prst="line">
            <a:avLst/>
          </a:prstGeom>
          <a:noFill/>
          <a:ln w="7620">
            <a:solidFill>
              <a:srgbClr val="DC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28032"/>
            <a:ext cx="8092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65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  •  Nuhash Bin Hassan  •  Abu Md. Ashraful Rahat  •  Md. Shakib Rafid Shakib  •  Muhammad Farhan Rafid</a:t>
            </a:r>
            <a:endParaRPr lang="en-US" sz="690" dirty="0"/>
          </a:p>
        </p:txBody>
      </p:sp>
      <p:sp>
        <p:nvSpPr>
          <p:cNvPr id="7" name="Text 5"/>
          <p:cNvSpPr/>
          <p:nvPr/>
        </p:nvSpPr>
        <p:spPr>
          <a:xfrm>
            <a:off x="8613648" y="48097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5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8046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customer chatbot was upgraded from a simple Ollama response pipeline into a database-aware support assistant.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594360" y="1627632"/>
            <a:ext cx="242316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1430">
            <a:solidFill>
              <a:srgbClr val="DC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" y="1792224"/>
            <a:ext cx="420624" cy="420624"/>
          </a:xfrm>
          <a:prstGeom prst="ellipse">
            <a:avLst/>
          </a:prstGeom>
          <a:solidFill>
            <a:srgbClr val="E8FB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11" name="Image 0" descr="/mnt/data/proposal_media/image-7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856232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177393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280160" y="2057400"/>
            <a:ext cx="1600200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Updated chatbot/views.py so product-related questions are checked against the Django Product table before the Ollama call.</a:t>
            </a:r>
            <a:endParaRPr lang="en-US" sz="760" dirty="0"/>
          </a:p>
        </p:txBody>
      </p:sp>
      <p:sp>
        <p:nvSpPr>
          <p:cNvPr id="14" name="Shape 11"/>
          <p:cNvSpPr/>
          <p:nvPr/>
        </p:nvSpPr>
        <p:spPr>
          <a:xfrm>
            <a:off x="3337560" y="1627632"/>
            <a:ext cx="242316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1430">
            <a:solidFill>
              <a:srgbClr val="DCE6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83864" y="1792224"/>
            <a:ext cx="420624" cy="420624"/>
          </a:xfrm>
          <a:prstGeom prst="ellipse">
            <a:avLst/>
          </a:prstGeom>
          <a:solidFill>
            <a:srgbClr val="E8FB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16" name="Image 1" descr="/mnt/data/proposal_media/image-2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1856232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23360" y="177393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used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023360" y="2057400"/>
            <a:ext cx="1600200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active, in-stock Product records with name, price, description and stock from the local SQLite database.</a:t>
            </a:r>
            <a:endParaRPr lang="en-US" sz="760" dirty="0"/>
          </a:p>
        </p:txBody>
      </p:sp>
      <p:sp>
        <p:nvSpPr>
          <p:cNvPr id="19" name="Shape 15"/>
          <p:cNvSpPr/>
          <p:nvPr/>
        </p:nvSpPr>
        <p:spPr>
          <a:xfrm>
            <a:off x="6080760" y="1627632"/>
            <a:ext cx="242316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1430">
            <a:solidFill>
              <a:srgbClr val="DCE6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27064" y="1792224"/>
            <a:ext cx="420624" cy="420624"/>
          </a:xfrm>
          <a:prstGeom prst="ellipse">
            <a:avLst/>
          </a:prstGeom>
          <a:solidFill>
            <a:srgbClr val="E8FB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21" name="Image 2" descr="/mnt/data/proposal_media/image-8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856232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66560" y="177393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Fallback behavior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766560" y="2057400"/>
            <a:ext cx="1600200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question is not product-related, the request continues to the local Ollama phi3:mini model.</a:t>
            </a:r>
            <a:endParaRPr lang="en-US" sz="760" dirty="0"/>
          </a:p>
        </p:txBody>
      </p:sp>
      <p:sp>
        <p:nvSpPr>
          <p:cNvPr id="24" name="Text 19"/>
          <p:cNvSpPr/>
          <p:nvPr/>
        </p:nvSpPr>
        <p:spPr>
          <a:xfrm>
            <a:off x="777240" y="4187952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Committed change: d42c0ae — Connect AI chatbot to product database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2ED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&amp; ADMIN DEMO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Data Added Through Django Admin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841248" cy="50292"/>
          </a:xfrm>
          <a:prstGeom prst="rect">
            <a:avLst/>
          </a:prstGeom>
          <a:solidFill>
            <a:srgbClr val="2ED6B8"/>
          </a:solidFill>
          <a:ln w="12700">
            <a:solidFill>
              <a:srgbClr val="2ED6B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736592"/>
            <a:ext cx="8503920" cy="0"/>
          </a:xfrm>
          <a:prstGeom prst="line">
            <a:avLst/>
          </a:prstGeom>
          <a:noFill/>
          <a:ln w="7620">
            <a:solidFill>
              <a:srgbClr val="DC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28032"/>
            <a:ext cx="8092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65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  •  Nuhash Bin Hassan  •  Abu Md. Ashraful Rahat  •  Md. Shakib Rafid Shakib  •  Muhammad Farhan Rafid</a:t>
            </a:r>
            <a:endParaRPr lang="en-US" sz="690" dirty="0"/>
          </a:p>
        </p:txBody>
      </p:sp>
      <p:sp>
        <p:nvSpPr>
          <p:cNvPr id="7" name="Text 5"/>
          <p:cNvSpPr/>
          <p:nvPr/>
        </p:nvSpPr>
        <p:spPr>
          <a:xfrm>
            <a:off x="8613648" y="48097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5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8046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superuser was created locally, and sample products were added through Django’s built-in admin interface.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3566160" cy="2514600"/>
          </a:xfrm>
          <a:prstGeom prst="roundRect">
            <a:avLst>
              <a:gd name="adj" fmla="val 2545"/>
            </a:avLst>
          </a:prstGeom>
          <a:solidFill>
            <a:srgbClr val="F6F9FC"/>
          </a:solidFill>
          <a:ln w="11430">
            <a:solidFill>
              <a:srgbClr val="DC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8470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URL Derivation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9808" y="2221992"/>
            <a:ext cx="306324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backend/urls.py contains: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path("admin/", admin.site.urls)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Django server starts at: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http://127.0.0.1:8000/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admin link: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http://127.0.0.1:8000/admin/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600200"/>
            <a:ext cx="4297680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1430">
            <a:solidFill>
              <a:srgbClr val="DC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8470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 Product Records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90288" y="2212848"/>
            <a:ext cx="365760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Wireless Mouse — Tk 1200, stock 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Laptop Stand — Tk 1500, stock 12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USB-C Charger — Tk 1800, stock 15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Gaming Headset — Tk 2800, stock 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Mechanical Keyboard — Tk 3500, stock 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2ED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WORKFLOW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Product Question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841248" cy="50292"/>
          </a:xfrm>
          <a:prstGeom prst="rect">
            <a:avLst/>
          </a:prstGeom>
          <a:solidFill>
            <a:srgbClr val="2ED6B8"/>
          </a:solidFill>
          <a:ln w="12700">
            <a:solidFill>
              <a:srgbClr val="2ED6B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736592"/>
            <a:ext cx="8503920" cy="0"/>
          </a:xfrm>
          <a:prstGeom prst="line">
            <a:avLst/>
          </a:prstGeom>
          <a:noFill/>
          <a:ln w="7620">
            <a:solidFill>
              <a:srgbClr val="DC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28032"/>
            <a:ext cx="8092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65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  •  Nuhash Bin Hassan  •  Abu Md. Ashraful Rahat  •  Md. Shakib Rafid Shakib  •  Muhammad Farhan Rafid</a:t>
            </a:r>
            <a:endParaRPr lang="en-US" sz="690" dirty="0"/>
          </a:p>
        </p:txBody>
      </p:sp>
      <p:sp>
        <p:nvSpPr>
          <p:cNvPr id="7" name="Text 5"/>
          <p:cNvSpPr/>
          <p:nvPr/>
        </p:nvSpPr>
        <p:spPr>
          <a:xfrm>
            <a:off x="8613648" y="48097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5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8046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demonstrable workflow connects the customer interface, Django API, Product database and local AI model.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645920" y="2560320"/>
            <a:ext cx="685800" cy="0"/>
          </a:xfrm>
          <a:prstGeom prst="line">
            <a:avLst/>
          </a:prstGeom>
          <a:noFill/>
          <a:ln w="25400">
            <a:solidFill>
              <a:srgbClr val="2ED6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2560320"/>
            <a:ext cx="685800" cy="0"/>
          </a:xfrm>
          <a:prstGeom prst="line">
            <a:avLst/>
          </a:prstGeom>
          <a:noFill/>
          <a:ln w="25400">
            <a:solidFill>
              <a:srgbClr val="2ED6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03520" y="2560320"/>
            <a:ext cx="685800" cy="0"/>
          </a:xfrm>
          <a:prstGeom prst="line">
            <a:avLst/>
          </a:prstGeom>
          <a:noFill/>
          <a:ln w="25400">
            <a:solidFill>
              <a:srgbClr val="2ED6B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132320" y="2560320"/>
            <a:ext cx="685800" cy="0"/>
          </a:xfrm>
          <a:prstGeom prst="line">
            <a:avLst/>
          </a:prstGeom>
          <a:noFill/>
          <a:ln w="25400">
            <a:solidFill>
              <a:srgbClr val="2ED6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2920" y="2148840"/>
            <a:ext cx="1234440" cy="841248"/>
          </a:xfrm>
          <a:prstGeom prst="roundRect">
            <a:avLst>
              <a:gd name="adj" fmla="val 8696"/>
            </a:avLst>
          </a:prstGeom>
          <a:solidFill>
            <a:srgbClr val="F4FFFC"/>
          </a:solidFill>
          <a:ln w="12700">
            <a:solidFill>
              <a:srgbClr val="2ED6B8"/>
            </a:solidFill>
            <a:prstDash val="solid"/>
          </a:ln>
        </p:spPr>
      </p:sp>
      <p:pic>
        <p:nvPicPr>
          <p:cNvPr id="14" name="Image 0" descr="/mnt/data/proposal_media/image-4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258568"/>
            <a:ext cx="420624" cy="4206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76072" y="269748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Prompt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2331720" y="2148840"/>
            <a:ext cx="1234440" cy="841248"/>
          </a:xfrm>
          <a:prstGeom prst="roundRect">
            <a:avLst>
              <a:gd name="adj" fmla="val 8696"/>
            </a:avLst>
          </a:prstGeom>
          <a:solidFill>
            <a:srgbClr val="F4FFFC"/>
          </a:solidFill>
          <a:ln w="12700">
            <a:solidFill>
              <a:srgbClr val="2ED6B8"/>
            </a:solidFill>
            <a:prstDash val="solid"/>
          </a:ln>
        </p:spPr>
      </p:sp>
      <p:pic>
        <p:nvPicPr>
          <p:cNvPr id="17" name="Image 1" descr="/mnt/data/proposal_media/image-5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912" y="2258568"/>
            <a:ext cx="420624" cy="4206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04872" y="269748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Chat UI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4160520" y="2148840"/>
            <a:ext cx="1234440" cy="841248"/>
          </a:xfrm>
          <a:prstGeom prst="roundRect">
            <a:avLst>
              <a:gd name="adj" fmla="val 8696"/>
            </a:avLst>
          </a:prstGeom>
          <a:solidFill>
            <a:srgbClr val="F4FFFC"/>
          </a:solidFill>
          <a:ln w="12700">
            <a:solidFill>
              <a:srgbClr val="2ED6B8"/>
            </a:solidFill>
            <a:prstDash val="solid"/>
          </a:ln>
        </p:spPr>
      </p:sp>
      <p:pic>
        <p:nvPicPr>
          <p:cNvPr id="20" name="Image 2" descr="/mnt/data/proposal_media/image-8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2258568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233672" y="269748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Django API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/api/ai/chat/</a:t>
            </a:r>
            <a:endParaRPr lang="en-US" sz="650" dirty="0"/>
          </a:p>
        </p:txBody>
      </p:sp>
      <p:sp>
        <p:nvSpPr>
          <p:cNvPr id="22" name="Shape 17"/>
          <p:cNvSpPr/>
          <p:nvPr/>
        </p:nvSpPr>
        <p:spPr>
          <a:xfrm>
            <a:off x="5989320" y="2148840"/>
            <a:ext cx="1234440" cy="841248"/>
          </a:xfrm>
          <a:prstGeom prst="roundRect">
            <a:avLst>
              <a:gd name="adj" fmla="val 8696"/>
            </a:avLst>
          </a:prstGeom>
          <a:solidFill>
            <a:srgbClr val="F4FFFC"/>
          </a:solidFill>
          <a:ln w="12700">
            <a:solidFill>
              <a:srgbClr val="2ED6B8"/>
            </a:solidFill>
            <a:prstDash val="solid"/>
          </a:ln>
        </p:spPr>
      </p:sp>
      <p:pic>
        <p:nvPicPr>
          <p:cNvPr id="23" name="Image 3" descr="/mnt/data/proposal_media/image-7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2258568"/>
            <a:ext cx="420624" cy="4206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062472" y="269748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DB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Check</a:t>
            </a:r>
            <a:endParaRPr lang="en-US" sz="650" dirty="0"/>
          </a:p>
        </p:txBody>
      </p:sp>
      <p:sp>
        <p:nvSpPr>
          <p:cNvPr id="25" name="Shape 19"/>
          <p:cNvSpPr/>
          <p:nvPr/>
        </p:nvSpPr>
        <p:spPr>
          <a:xfrm>
            <a:off x="7452360" y="2148840"/>
            <a:ext cx="1234440" cy="841248"/>
          </a:xfrm>
          <a:prstGeom prst="roundRect">
            <a:avLst>
              <a:gd name="adj" fmla="val 8696"/>
            </a:avLst>
          </a:prstGeom>
          <a:solidFill>
            <a:srgbClr val="F4FFFC"/>
          </a:solidFill>
          <a:ln w="12700">
            <a:solidFill>
              <a:srgbClr val="2ED6B8"/>
            </a:solidFill>
            <a:prstDash val="solid"/>
          </a:ln>
        </p:spPr>
      </p:sp>
      <p:pic>
        <p:nvPicPr>
          <p:cNvPr id="26" name="Image 4" descr="/mnt/data/proposal_media/image-7-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5552" y="2258568"/>
            <a:ext cx="420624" cy="4206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525512" y="269748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Reply or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Fallback</a:t>
            </a:r>
            <a:endParaRPr lang="en-US" sz="650" dirty="0"/>
          </a:p>
        </p:txBody>
      </p:sp>
      <p:sp>
        <p:nvSpPr>
          <p:cNvPr id="28" name="Shape 21"/>
          <p:cNvSpPr/>
          <p:nvPr/>
        </p:nvSpPr>
        <p:spPr>
          <a:xfrm>
            <a:off x="1143000" y="3703320"/>
            <a:ext cx="6858000" cy="475488"/>
          </a:xfrm>
          <a:prstGeom prst="roundRect">
            <a:avLst>
              <a:gd name="adj" fmla="val 13462"/>
            </a:avLst>
          </a:prstGeom>
          <a:solidFill>
            <a:srgbClr val="F8FDFF"/>
          </a:solidFill>
          <a:ln w="11430">
            <a:solidFill>
              <a:srgbClr val="CFE7F2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325880" y="3858768"/>
            <a:ext cx="6492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questions are answered from exact database records; general questions are handled by phi3:mini through Ollama.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2ED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&amp; VERIFICATION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Validated Update 3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841248" cy="50292"/>
          </a:xfrm>
          <a:prstGeom prst="rect">
            <a:avLst/>
          </a:prstGeom>
          <a:solidFill>
            <a:srgbClr val="2ED6B8"/>
          </a:solidFill>
          <a:ln w="12700">
            <a:solidFill>
              <a:srgbClr val="2ED6B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736592"/>
            <a:ext cx="8503920" cy="0"/>
          </a:xfrm>
          <a:prstGeom prst="line">
            <a:avLst/>
          </a:prstGeom>
          <a:noFill/>
          <a:ln w="7620">
            <a:solidFill>
              <a:srgbClr val="DC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28032"/>
            <a:ext cx="8092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65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  •  Nuhash Bin Hassan  •  Abu Md. Ashraful Rahat  •  Md. Shakib Rafid Shakib  •  Muhammad Farhan Rafid</a:t>
            </a:r>
            <a:endParaRPr lang="en-US" sz="690" dirty="0"/>
          </a:p>
        </p:txBody>
      </p:sp>
      <p:sp>
        <p:nvSpPr>
          <p:cNvPr id="7" name="Text 5"/>
          <p:cNvSpPr/>
          <p:nvPr/>
        </p:nvSpPr>
        <p:spPr>
          <a:xfrm>
            <a:off x="8613648" y="48097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5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8046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feature was tested through direct backend requests and through the React chatbot interface.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3840480" cy="2560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1430">
            <a:solidFill>
              <a:srgbClr val="DC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745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Successful Checks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7240" y="2240280"/>
            <a:ext cx="32461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python manage.py check passed with no issues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POST /api/ai/chat/ returned database products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React chatbot displayed the same product answers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Non-product questions still go to Ollama fallback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3977640" cy="2560320"/>
          </a:xfrm>
          <a:prstGeom prst="roundRect">
            <a:avLst>
              <a:gd name="adj" fmla="val 2500"/>
            </a:avLst>
          </a:prstGeom>
          <a:solidFill>
            <a:srgbClr val="F6F9FC"/>
          </a:solidFill>
          <a:ln w="11430">
            <a:solidFill>
              <a:srgbClr val="DC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87452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Demonstration Prompts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37760" y="2267712"/>
            <a:ext cx="34747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products are available?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Show me products under 2000 taka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Tell me about the Wireless Mouse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3246120"/>
            <a:ext cx="34747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output: product names, prices, one-line descriptions and stock information from the Product table.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2ED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STATUS &amp; NEXT WORK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Honest Progress Before Update 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841248" cy="50292"/>
          </a:xfrm>
          <a:prstGeom prst="rect">
            <a:avLst/>
          </a:prstGeom>
          <a:solidFill>
            <a:srgbClr val="2ED6B8"/>
          </a:solidFill>
          <a:ln w="12700">
            <a:solidFill>
              <a:srgbClr val="2ED6B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736592"/>
            <a:ext cx="8503920" cy="0"/>
          </a:xfrm>
          <a:prstGeom prst="line">
            <a:avLst/>
          </a:prstGeom>
          <a:noFill/>
          <a:ln w="7620">
            <a:solidFill>
              <a:srgbClr val="DC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828032"/>
            <a:ext cx="8092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90" dirty="0">
                <a:solidFill>
                  <a:srgbClr val="65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  •  Nuhash Bin Hassan  •  Abu Md. Ashraful Rahat  •  Md. Shakib Rafid Shakib  •  Muhammad Farhan Rafid</a:t>
            </a:r>
            <a:endParaRPr lang="en-US" sz="690" dirty="0"/>
          </a:p>
        </p:txBody>
      </p:sp>
      <p:sp>
        <p:nvSpPr>
          <p:cNvPr id="7" name="Text 5"/>
          <p:cNvSpPr/>
          <p:nvPr/>
        </p:nvSpPr>
        <p:spPr>
          <a:xfrm>
            <a:off x="8613648" y="480974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5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8046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now has a visible full-stack AI feature, but several integration tasks are still pending.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2628900" y="1627632"/>
            <a:ext cx="3886200" cy="2487168"/>
          </a:xfrm>
          <a:prstGeom prst="roundRect">
            <a:avLst>
              <a:gd name="adj" fmla="val 2574"/>
            </a:avLst>
          </a:prstGeom>
          <a:solidFill>
            <a:srgbClr val="F4FFFC"/>
          </a:solidFill>
          <a:ln w="11430">
            <a:solidFill>
              <a:srgbClr val="BEEF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03220" y="175446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Completed for Update 3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857500" y="2320214"/>
            <a:ext cx="3337560" cy="157854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Frontend pages and chatbot UI available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Django API modules and permission work updated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Product records added through Django Admin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Chatbot answers product queries from database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▸  Feature tested through API and React interface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2ED6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417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096512" y="3429000"/>
            <a:ext cx="731520" cy="731520"/>
          </a:xfrm>
          <a:prstGeom prst="ellipse">
            <a:avLst/>
          </a:prstGeom>
          <a:solidFill>
            <a:srgbClr val="1B3559"/>
          </a:solidFill>
          <a:ln w="12700">
            <a:solidFill>
              <a:srgbClr val="2ED6B8"/>
            </a:solidFill>
            <a:prstDash val="solid"/>
          </a:ln>
        </p:spPr>
      </p:sp>
      <p:pic>
        <p:nvPicPr>
          <p:cNvPr id="8" name="Image 0" descr="/mnt/data/proposal_media/image-8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3602736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452628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6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  •  CSE 299  •  North South University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02920" y="4828032"/>
            <a:ext cx="7726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BFD6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  •  Nuhash Bin Hassan  •  Abu Md. Ashraful Rahat  •  Md. Shakib Rafid Shakib  •  Muhammad Farhan Rafid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8540496" y="480974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BFD6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1098</Words>
  <Application>Microsoft Office PowerPoint</Application>
  <PresentationFormat>On-screen Show (16:9)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North South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E-Commerce Platform - Project Update 3</dc:title>
  <dc:subject>Project Update 3 Presentation</dc:subject>
  <dc:creator>CSE299 Group 1</dc:creator>
  <cp:lastModifiedBy>UseR</cp:lastModifiedBy>
  <cp:revision>4</cp:revision>
  <dcterms:created xsi:type="dcterms:W3CDTF">2026-07-19T14:29:51Z</dcterms:created>
  <dcterms:modified xsi:type="dcterms:W3CDTF">2026-07-19T16:00:27Z</dcterms:modified>
</cp:coreProperties>
</file>