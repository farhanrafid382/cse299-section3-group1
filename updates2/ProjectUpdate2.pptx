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54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1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F2A3F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143850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CSE299 – Junior Project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Platform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Update Presentation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| Group 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|  Group 1 - CSE299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Information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 with Intelligent Business Insights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Members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2111540642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Nuhash Bin Hassan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2232755642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Abu Md. Ashraful Rahat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2311086642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Md. Shakib Rafid Shakib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2321534042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Muhammad Farhan Rafid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M. Shifat-E-Rabbi (MSRB)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Update (Shakib)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39037" y="110332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2400" dirty="0">
              <a:latin typeface="Bahnschrift Condensed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13347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>
              <a:latin typeface="Bahnschrift Condensed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78958" y="1078941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React + Vite based frontend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Responsive customer interface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Separate pages for shopping, checkout and chatbot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Clean navigation using React Router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Communicates with Django backend via APIs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Vite | Designed for seamless Django API integration.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0D0DEE-40C0-1F11-3468-79E7BCECE80E}"/>
              </a:ext>
            </a:extLst>
          </p:cNvPr>
          <p:cNvSpPr/>
          <p:nvPr/>
        </p:nvSpPr>
        <p:spPr>
          <a:xfrm>
            <a:off x="274320" y="1095270"/>
            <a:ext cx="4654396" cy="324059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05EC54-782B-AD0E-57DC-375B119B6BF6}"/>
              </a:ext>
            </a:extLst>
          </p:cNvPr>
          <p:cNvSpPr/>
          <p:nvPr/>
        </p:nvSpPr>
        <p:spPr>
          <a:xfrm>
            <a:off x="4928716" y="1091417"/>
            <a:ext cx="3940964" cy="324059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71A07-9D6A-A29E-6BB0-7F9ED84859E8}"/>
              </a:ext>
            </a:extLst>
          </p:cNvPr>
          <p:cNvSpPr txBox="1"/>
          <p:nvPr/>
        </p:nvSpPr>
        <p:spPr>
          <a:xfrm>
            <a:off x="422031" y="1463040"/>
            <a:ext cx="45066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1200" dirty="0">
                <a:solidFill>
                  <a:srgbClr val="1E293B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the React-based frontend architecture.</a:t>
            </a:r>
            <a:endParaRPr lang="en-US" dirty="0">
              <a:effectLst/>
              <a:latin typeface="Bahnschrift Condensed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1200" dirty="0">
                <a:solidFill>
                  <a:srgbClr val="1E293B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overall UI responsiveness and page navigation.</a:t>
            </a:r>
            <a:endParaRPr lang="en-US" dirty="0">
              <a:effectLst/>
              <a:latin typeface="Bahnschrift Condensed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1200" dirty="0">
                <a:solidFill>
                  <a:srgbClr val="1E293B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customer interfaces including Home, Products, Cart, Checkout and Chat pages.</a:t>
            </a:r>
            <a:endParaRPr lang="en-US" dirty="0">
              <a:effectLst/>
              <a:latin typeface="Bahnschrift Condensed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1200" dirty="0">
                <a:solidFill>
                  <a:srgbClr val="1E293B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reusable UI components such as the navigation bar.</a:t>
            </a:r>
            <a:endParaRPr lang="en-US" dirty="0">
              <a:effectLst/>
              <a:latin typeface="Bahnschrift Condensed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kern="1200" dirty="0">
                <a:solidFill>
                  <a:srgbClr val="1E293B"/>
                </a:solidFill>
                <a:effectLst/>
                <a:latin typeface="Bahnschrift Condensed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mplemented multiple pages using React Router.</a:t>
            </a:r>
            <a:endParaRPr lang="en-US" dirty="0">
              <a:effectLst/>
              <a:latin typeface="Bahnschrift Condensed" panose="020B0502040204020203" pitchFamily="34" charset="0"/>
            </a:endParaRPr>
          </a:p>
          <a:p>
            <a:endParaRPr lang="en-US" dirty="0">
              <a:latin typeface="Bahnschrift Condensed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Demonstration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3474720"/>
          </a:xfrm>
          <a:prstGeom prst="rect">
            <a:avLst/>
          </a:prstGeom>
          <a:solidFill>
            <a:srgbClr val="E2E8F0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22640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Demonstration Highlights</a:t>
            </a:r>
            <a:endParaRPr lang="en-US" sz="2400" dirty="0">
              <a:latin typeface="Bahnschrift Condensed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0" y="1241474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React + Vite based frontend.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Responsive customer interface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Separate pages for shopping, checkout and chatbot.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Clean navigation using React Router.</a:t>
            </a:r>
            <a:endParaRPr lang="en-US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Designed to communicate with the Django backend through API requests.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or demo image of the customer interfaces.</a:t>
            </a:r>
            <a:endParaRPr lang="en-US" sz="1000" dirty="0"/>
          </a:p>
        </p:txBody>
      </p:sp>
      <p:pic>
        <p:nvPicPr>
          <p:cNvPr id="9" name="Picture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C3BFBA7-5B81-9434-20A8-84437FDAF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490" y="914400"/>
            <a:ext cx="3841887" cy="2025581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DCAC8C1-0AB7-52C3-1AD6-E828EF718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569" y="907868"/>
            <a:ext cx="3025151" cy="2025581"/>
          </a:xfrm>
          <a:prstGeom prst="rect">
            <a:avLst/>
          </a:prstGeom>
        </p:spPr>
      </p:pic>
      <p:pic>
        <p:nvPicPr>
          <p:cNvPr id="15" name="Picture 14" descr="A screenshot of a checkout page&#10;&#10;Description automatically generated">
            <a:extLst>
              <a:ext uri="{FF2B5EF4-FFF2-40B4-BE49-F238E27FC236}">
                <a16:creationId xmlns:a16="http://schemas.microsoft.com/office/drawing/2014/main" id="{8F7658B4-51DD-607B-308B-EDA3295DC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9527" y="2913466"/>
            <a:ext cx="3925960" cy="2263880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7A08048C-453E-6337-C9F6-9460DAD09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378" y="2913466"/>
            <a:ext cx="3188342" cy="2263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Update (Rahat)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Developed the Django backend project structure.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Configured database models and migrations.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203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REST API endpoints.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5511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Developed authentication functionality.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898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product management APIs.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Developed cart management logic.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93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order processing functionality.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9410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Connected backend services with the database.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288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Tested backend APIs using development tools.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636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Prepared backend for AI chatbot integration.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47833" y="178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Highlights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47833" y="1856232"/>
            <a:ext cx="3657600" cy="158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application server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APIs for frontend communication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/ SQLite database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logic &amp; authentication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AI chatbot integration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48600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| Tested with Postman / Insomnia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122895-DAEB-E5D3-65E5-AAEB8FE6408C}"/>
              </a:ext>
            </a:extLst>
          </p:cNvPr>
          <p:cNvSpPr/>
          <p:nvPr/>
        </p:nvSpPr>
        <p:spPr>
          <a:xfrm>
            <a:off x="274320" y="1095270"/>
            <a:ext cx="3835456" cy="381837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F307E-5618-F4F0-2D24-9E54C623E9BD}"/>
              </a:ext>
            </a:extLst>
          </p:cNvPr>
          <p:cNvSpPr/>
          <p:nvPr/>
        </p:nvSpPr>
        <p:spPr>
          <a:xfrm>
            <a:off x="6062924" y="1759793"/>
            <a:ext cx="3025558" cy="152790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3920FC8-C2F3-7816-EC92-C0048F2728C4}"/>
              </a:ext>
            </a:extLst>
          </p:cNvPr>
          <p:cNvSpPr/>
          <p:nvPr/>
        </p:nvSpPr>
        <p:spPr>
          <a:xfrm>
            <a:off x="4131129" y="2257940"/>
            <a:ext cx="1931795" cy="960748"/>
          </a:xfrm>
          <a:prstGeom prst="rightArrow">
            <a:avLst/>
          </a:prstGeom>
          <a:solidFill>
            <a:srgbClr val="0A16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487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Backend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651" y="18059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Frontend (React) ↔ REST APIs ↔ Django Server ↔ Database</a:t>
            </a:r>
            <a:endParaRPr lang="en-US" sz="13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 algn="ctr">
              <a:buNone/>
            </a:pPr>
            <a:endParaRPr lang="en-US" sz="13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Product, Cart, Order Models</a:t>
            </a:r>
            <a:endParaRPr lang="en-US" sz="13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Authentication &amp; Business Logic</a:t>
            </a:r>
            <a:endParaRPr lang="en-US" sz="13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AI Chatbot Endpoints</a:t>
            </a:r>
            <a:endParaRPr lang="en-US" sz="13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25997" y="11658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06942" y="10515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Django serves as the primary application server.</a:t>
            </a:r>
            <a:endParaRPr lang="en-US" sz="1600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REST APIs handle communication between frontend and backend.</a:t>
            </a:r>
            <a:endParaRPr lang="en-US" sz="1600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Database stores </a:t>
            </a:r>
            <a:r>
              <a:rPr lang="en-US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users</a:t>
            </a:r>
            <a:r>
              <a:rPr lang="en-US" sz="1600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, products, carts and orders.</a:t>
            </a:r>
            <a:endParaRPr lang="en-US" sz="1600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Business logic processed on backend.</a:t>
            </a:r>
            <a:endParaRPr lang="en-US" sz="1600" dirty="0"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E293B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API endpoints for AI chatbot.</a:t>
            </a:r>
            <a:endParaRPr lang="en-US" sz="1600" dirty="0">
              <a:latin typeface="Bahnschrift Condensed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Django REST Framework for scalable e-commerce operations.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93838" y="112717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the AI chatbot with the Django backend.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Connected the React frontend to the local Ollama LLM.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end-to-end prompt and response flow.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Configured API-based Large Language Model (OpenRouter) for chatbot responses.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Successfully verified chatbot communication between frontend, backend and AI model.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OpenRouter integration for intelligent business insights.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058" y="0"/>
            <a:ext cx="5691889" cy="45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Demonstration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955" y="602901"/>
            <a:ext cx="1884065" cy="4540599"/>
          </a:xfrm>
          <a:prstGeom prst="rect">
            <a:avLst/>
          </a:prstGeom>
          <a:solidFill>
            <a:srgbClr val="E2E8F0"/>
          </a:solidFill>
          <a:ln w="508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77627"/>
            <a:ext cx="1884063" cy="1663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1 minute OBS </a:t>
            </a:r>
          </a:p>
          <a:p>
            <a:pPr algn="ctr"/>
            <a:r>
              <a:rPr lang="en-US" sz="2400" b="1" dirty="0">
                <a:solidFill>
                  <a:srgbClr val="0A162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Screen</a:t>
            </a:r>
          </a:p>
          <a:p>
            <a:pPr algn="ctr"/>
            <a:r>
              <a:rPr lang="en-US" sz="2400" b="1" dirty="0">
                <a:solidFill>
                  <a:srgbClr val="0A162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Recording</a:t>
            </a:r>
            <a:endParaRPr lang="en-US" sz="24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6058" y="3552978"/>
            <a:ext cx="1712742" cy="145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u="sng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end-to-end </a:t>
            </a:r>
            <a:r>
              <a:rPr lang="en-US" sz="1200" b="1" i="1" u="sng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React + LLM.</a:t>
            </a:r>
          </a:p>
          <a:p>
            <a:pPr algn="ctr"/>
            <a:r>
              <a:rPr lang="en-US" sz="1200" b="1" i="1" u="sng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servers, chatbot interaction, AI responses</a:t>
            </a:r>
            <a:endParaRPr lang="en-US" sz="1200" i="1" dirty="0"/>
          </a:p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8" name="update2AIChatbotDemo">
            <a:hlinkClick r:id="" action="ppaction://media"/>
            <a:extLst>
              <a:ext uri="{FF2B5EF4-FFF2-40B4-BE49-F238E27FC236}">
                <a16:creationId xmlns:a16="http://schemas.microsoft.com/office/drawing/2014/main" id="{A04FD409-00FF-8B76-0C09-80C2619944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979" y="552032"/>
            <a:ext cx="9163957" cy="47830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4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– Junior Project Design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9001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18094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521</Words>
  <Application>Microsoft Office PowerPoint</Application>
  <PresentationFormat>On-screen Show (16:9)</PresentationFormat>
  <Paragraphs>101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Bahnschrift Condensed</vt:lpstr>
      <vt:lpstr>Calibri</vt:lpstr>
      <vt:lpstr>Cascadia Code SemiBold</vt:lpstr>
      <vt:lpstr>Cascadia Mono SemiBold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E-Commerce Platform with Intelligent Business Insights - Project Update</dc:title>
  <dc:subject>PptxGenJS Presentation</dc:subject>
  <dc:creator>Group 1 - CSE299</dc:creator>
  <cp:lastModifiedBy>UseR</cp:lastModifiedBy>
  <cp:revision>15</cp:revision>
  <dcterms:created xsi:type="dcterms:W3CDTF">2026-07-11T12:35:37Z</dcterms:created>
  <dcterms:modified xsi:type="dcterms:W3CDTF">2026-07-11T16:01:57Z</dcterms:modified>
</cp:coreProperties>
</file>